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79375" y="257810"/>
            <a:ext cx="12035155" cy="4943475"/>
          </a:xfrm>
          <a:prstGeom prst="rect">
            <a:avLst/>
          </a:prstGeom>
          <a:noFill/>
        </p:spPr>
        <p:txBody>
          <a:bodyPr wrap="square" rtlCol="0">
            <a:noAutofit/>
          </a:bodyPr>
          <a:p>
            <a:r>
              <a:rPr lang="en-US" sz="2400" b="1" u="sng"/>
              <a:t>Two Phase Locking </a:t>
            </a:r>
            <a:endParaRPr lang="en-US" sz="2400" b="1" u="sng"/>
          </a:p>
          <a:p>
            <a:r>
              <a:rPr lang="en-US"/>
              <a:t>Two-phase locking (2PL) is a technique used in databases to ensure that transactions are done safely and without errors, especially when multiple transactions are happening at the same time.</a:t>
            </a:r>
            <a:endParaRPr lang="en-US"/>
          </a:p>
          <a:p>
            <a:endParaRPr lang="en-US"/>
          </a:p>
          <a:p>
            <a:r>
              <a:rPr lang="en-US"/>
              <a:t>Here’s how it works in simple terms:</a:t>
            </a:r>
            <a:endParaRPr lang="en-US"/>
          </a:p>
          <a:p>
            <a:endParaRPr lang="en-US"/>
          </a:p>
          <a:p>
            <a:r>
              <a:rPr lang="en-US"/>
              <a:t>Growing Phase: A transaction can only acquire locks on data it wants to read or write. During this phase, it keeps collecting locks to ensure no one else can change the data while it's working. Locks are acquired and no locks are released.</a:t>
            </a:r>
            <a:endParaRPr lang="en-US"/>
          </a:p>
          <a:p>
            <a:endParaRPr lang="en-US"/>
          </a:p>
          <a:p>
            <a:r>
              <a:rPr lang="en-US"/>
              <a:t>Shrinking Phase: Once the transaction has all the locks it needs, it releases locks one by one. But, after it starts releasing locks, it can’t get any new ones.Lockas are released and no locks are acquired.</a:t>
            </a:r>
            <a:endParaRPr lang="en-US"/>
          </a:p>
          <a:p>
            <a:endParaRPr lang="en-US"/>
          </a:p>
          <a:p>
            <a:r>
              <a:rPr lang="en-US"/>
              <a:t>By following this process, 2PL makes sure that transactions don’t interfere with each other and prevents issues like dirty reads (when one transaction reads data that another transaction is still working on).</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897</Words>
  <Application>WPS Presentation</Application>
  <PresentationFormat>Widescreen</PresentationFormat>
  <Paragraphs>11</Paragraphs>
  <Slides>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vt:i4>
      </vt:variant>
    </vt:vector>
  </HeadingPairs>
  <TitlesOfParts>
    <vt:vector size="9" baseType="lpstr">
      <vt:lpstr>Arial</vt:lpstr>
      <vt:lpstr>SimSun</vt:lpstr>
      <vt:lpstr>Wingdings</vt:lpstr>
      <vt:lpstr>Calibri</vt:lpstr>
      <vt:lpstr>Microsoft YaHei</vt:lpstr>
      <vt:lpstr>Arial Unicode MS</vt:lpstr>
      <vt:lpstr>Calibri Light</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bikas</dc:creator>
  <cp:lastModifiedBy>Babin Rana</cp:lastModifiedBy>
  <cp:revision>2</cp:revision>
  <dcterms:created xsi:type="dcterms:W3CDTF">2024-09-15T00:55:00Z</dcterms:created>
  <dcterms:modified xsi:type="dcterms:W3CDTF">2024-09-15T00:57:48Z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E6BB3857819E4E8A9E2106C357A183E8_11</vt:lpwstr>
  </property>
  <property fmtid="{D5CDD505-2E9C-101B-9397-08002B2CF9AE}" pid="3" name="KSOProductBuildVer">
    <vt:lpwstr>1033-12.2.0.18165</vt:lpwstr>
  </property>
</Properties>
</file>